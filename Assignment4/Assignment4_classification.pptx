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Assignment 4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Decision Tree, Random Forest, XGBoost, and AdaBoost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Data cleaning -&gt; stratified 80/20 split -&gt; 5-fold CV -&gt; held-out test evaluation.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80467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Preprocessing</a:t>
            </a:r>
          </a:p>
          <a:p>
            <a:pPr lvl="1">
              <a:defRPr sz="1800"/>
            </a:pPr>
            <a:r>
              <a:t>Median/mode imputation inside the modeling pipeline</a:t>
            </a:r>
          </a:p>
          <a:p>
            <a:pPr lvl="1">
              <a:defRPr sz="1800"/>
            </a:pPr>
            <a:r>
              <a:t>IQR clipping for numeric outliers</a:t>
            </a:r>
          </a:p>
          <a:p>
            <a:pPr lvl="1">
              <a:defRPr sz="1800"/>
            </a:pPr>
            <a:r>
              <a:t>One-hot encoding for categorical banking features</a:t>
            </a:r>
          </a:p>
          <a:p>
            <a:pPr lvl="1">
              <a:defRPr sz="1800"/>
            </a:pPr>
            <a:r>
              <a:t>PCA projection used only for visual decision-boundary plots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Accuracy</a:t>
            </a:r>
          </a:p>
        </p:txBody>
      </p:sp>
      <p:pic>
        <p:nvPicPr>
          <p:cNvPr id="3" name="Picture 2" descr="test_accuracy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412480" cy="38238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Curves</a:t>
            </a:r>
          </a:p>
        </p:txBody>
      </p:sp>
      <p:pic>
        <p:nvPicPr>
          <p:cNvPr id="3" name="Picture 2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412480" cy="5608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Boundaries</a:t>
            </a:r>
          </a:p>
        </p:txBody>
      </p:sp>
      <p:pic>
        <p:nvPicPr>
          <p:cNvPr id="3" name="Picture 2" descr="decision_bound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412480" cy="5608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Test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held-out results</a:t>
            </a:r>
          </a:p>
          <a:p>
            <a:pPr lvl="1">
              <a:defRPr sz="1800"/>
            </a:pPr>
            <a:r>
              <a:t>banking: XGBoost accuracy 0.915, AUC 0.947</a:t>
            </a:r>
          </a:p>
          <a:p>
            <a:pPr lvl="1">
              <a:defRPr sz="1800"/>
            </a:pPr>
            <a:r>
              <a:t>cervical: Random Forest accuracy 0.930, AUC 0.564</a:t>
            </a:r>
          </a:p>
          <a:p>
            <a:pPr lvl="1">
              <a:defRPr sz="1800"/>
            </a:pPr>
            <a:r>
              <a:t>fetal_health: XGBoost accuracy 0.946, AUC 0.980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